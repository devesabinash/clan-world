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 WORLD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pixel game to study how AI and humans make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+ Data Science project  |  Logistic Regression, Linear Regression, XGBoost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583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|  Your college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the research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game world is a safe lab for studying decisions under risk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17520" cy="4206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901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game?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fixed, so every decision can be logged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scarcity and uncertainty, like real life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repeatable, fast to simulate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1737360"/>
            <a:ext cx="3017520" cy="4206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1965960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901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51460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plays best: logistic, linear or XGBoost?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human + AI team beat either alone?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humans follow or override AI advice?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1737360"/>
            <a:ext cx="3017520" cy="4206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1965960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1901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51460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Human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AI (model tournament)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Hybrid (human + AI advisor)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09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finished game is saved as data, so the study keeps growing.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design: economy, risk and conflict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= 1 day, 12 turns per day, one action per turn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901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coins every day, plus half of your savings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clans, each resists one event and is weak to another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capacity: 20 people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737360"/>
            <a:ext cx="45720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1965960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9019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Land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5146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pass: 20 coins for 5 days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20 people: one member dies daily unless you buy a shield (5 coins)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Battle: the difference in numbers survives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9601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Rainstorm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Outbreak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Vaccine, 2 coins, 10 s window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scores every legal action; the AI plays the highest-scoring 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175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901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P(win)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baseline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1737360"/>
            <a:ext cx="30175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1965960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901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51460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final score lead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linear effects of features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1737360"/>
            <a:ext cx="30175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1965960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1901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51460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score lead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patterns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(16):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day, turn, coins, population, Free Land population, travel pass, shield, vaccines, outbreak flag, clan counts. </a:t>
            </a:r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(11):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x5, explore, return, battle, shield, wait, vaccinate. Random player = baseline.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log, train, improve, evaluate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2EC4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Simulate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games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05456" y="210312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96896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Log state,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outcome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62272" y="210312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2EC4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3712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Train 3 models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(scikit-learn, XGBoost)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19088" y="210312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Retrain from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model-vs-model + human games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75904" y="210312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2EC4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Evaluate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+ humans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190,000 labelled rows from the first training run. Each game adds about 480 decision rows (CSV), in the format of a standard supervised-learning dataset.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AI models and humans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report.py --tournament 20, then paste performance.png here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8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0350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performance.png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 rate and average score lead per player type)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3291840" cy="4023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965960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43800" y="19019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51460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(%)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lead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 AI advice agreement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games per player type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126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here are only meaningful once enough games are logged.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serious project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cycle: data generation, features, training, evaluation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linear, probabilistic and tree-based models on one task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data for decision-making research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offline: Python, VS Code, open-source libraries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(DQN)  |  SHAP explanations  |  Learning curves  |  Online play with more humans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2026-10-01T12:20:47Z</dcterms:created>
  <dcterms:modified xsi:type="dcterms:W3CDTF">2026-10-01T12:20:47Z</dcterms:modified>
</cp:coreProperties>
</file>